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</p:sldMasterIdLst>
  <p:notesMasterIdLst>
    <p:notesMasterId r:id="rId13"/>
  </p:notesMasterIdLst>
  <p:handoutMasterIdLst>
    <p:handoutMasterId r:id="rId14"/>
  </p:handoutMasterIdLst>
  <p:sldIdLst>
    <p:sldId id="2147483510" r:id="rId5"/>
    <p:sldId id="2147483465" r:id="rId6"/>
    <p:sldId id="2147483495" r:id="rId7"/>
    <p:sldId id="2147483504" r:id="rId8"/>
    <p:sldId id="2147483505" r:id="rId9"/>
    <p:sldId id="2147483506" r:id="rId10"/>
    <p:sldId id="2147483507" r:id="rId11"/>
    <p:sldId id="21474835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904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4C7F1D-93AC-46FC-C895-70FE7977C8CA}" name="Boris Gutkin" initials="BG" userId="S::Boris_Gutkin@epam.com::7b3db621-c480-4035-adea-0c6e7090821d" providerId="AD"/>
  <p188:author id="{EAF6A64F-7C44-B5CA-A7D5-DD3385F4D1F2}" name="Oksana Smirnova" initials="OS" userId="S::Oksana_Smirnova@epam.com::87aa40b0-ecae-4ba1-9528-6cec9bfa2110" providerId="AD"/>
  <p188:author id="{6632CC55-52DF-4310-59CB-EB6CD5022BCD}" name="Tatsiana Andreeva" initials="TA" userId="S::tatsiana_andreeva@epam.com::c5af19c3-bd8c-4dae-8c25-848b996c316c" providerId="AD"/>
  <p188:author id="{9C85ED6A-63D3-C9D0-A350-4FED8658915E}" name="Dmitriy Pak1" initials="DP" userId="S::dmitriy_pak1@epam.com::caddfd0c-ac6e-4fdb-beba-f6d14a1f5dfe" providerId="AD"/>
  <p188:author id="{92CF82A0-0D27-DFBD-ADE3-5D7FDBA1A6B7}" name="Berkay Buharali" initials="BB" userId="S::berkay_buharali@epam.com::9fdeaf95-ec35-4b92-b52d-53028de1110e" providerId="AD"/>
  <p188:author id="{5426DDD3-3F9F-FEAA-C52C-AB9617315B83}" name="Darren Lester" initials="DL" userId="S::Darren_Lester@epam.com::6a469b67-5da7-4985-9963-948b0eed634b" providerId="AD"/>
  <p188:author id="{E712D9DB-CC30-050E-B813-AB3F5690F730}" name="Ruth Martinez" initials="RM" userId="S::ruth_martinez@epam.com::f29c4214-9cb2-4d5a-adcb-d7377e9fd9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0FD"/>
    <a:srgbClr val="E8ECF8"/>
    <a:srgbClr val="780AFF"/>
    <a:srgbClr val="FFFFFF"/>
    <a:srgbClr val="0022FF"/>
    <a:srgbClr val="C5CFFF"/>
    <a:srgbClr val="7B11FF"/>
    <a:srgbClr val="2590EE"/>
    <a:srgbClr val="00FFF0"/>
    <a:srgbClr val="4A7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3C0A9-682C-6440-9D4E-399B0CF613E3}" v="1" dt="2026-08-28T11:33:28.631"/>
    <p1510:client id="{EE66CEE7-CC2F-6D77-DC11-0809D1D76DCE}" v="36" dt="2026-08-28T12:40:10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48"/>
    <p:restoredTop sz="94627"/>
  </p:normalViewPr>
  <p:slideViewPr>
    <p:cSldViewPr snapToGrid="0">
      <p:cViewPr varScale="1">
        <p:scale>
          <a:sx n="84" d="100"/>
          <a:sy n="84" d="100"/>
        </p:scale>
        <p:origin x="192" y="736"/>
      </p:cViewPr>
      <p:guideLst>
        <p:guide orient="horz" pos="29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0096F-1AAB-41AD-8392-AAAF08FEFAB8}" type="datetimeFigureOut"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62B16-E7CA-4BC9-9FE4-34281F076C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1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849588-3964-452F-8424-AEC7C9F26E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15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80B2C-C501-5DF5-B8C4-FF53A526A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9F0320-0492-FC88-0166-A09B9C5182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54"/>
          <a:stretch>
            <a:fillRect/>
          </a:stretch>
        </p:blipFill>
        <p:spPr>
          <a:xfrm>
            <a:off x="9131538" y="648402"/>
            <a:ext cx="2386385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A0D61D9-9731-8186-95AA-51476D66CB4B}"/>
              </a:ext>
            </a:extLst>
          </p:cNvPr>
          <p:cNvSpPr txBox="1"/>
          <p:nvPr userDrawn="1"/>
        </p:nvSpPr>
        <p:spPr>
          <a:xfrm>
            <a:off x="5347504" y="544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>
              <a:ea typeface="Aptos" charset="0"/>
              <a:cs typeface="Aptos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B4021-6D03-70E6-6AAC-D9C4AADE1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353882"/>
            <a:ext cx="347572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>
                <a:gradFill>
                  <a:gsLst>
                    <a:gs pos="0">
                      <a:schemeClr val="accent3"/>
                    </a:gs>
                    <a:gs pos="55000">
                      <a:schemeClr val="accent2"/>
                    </a:gs>
                    <a:gs pos="100000">
                      <a:schemeClr val="accent4"/>
                    </a:gs>
                  </a:gsLst>
                  <a:lin ang="0" scaled="0"/>
                </a:gra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4BC5B8D-531F-1CC2-A1E6-CA6359B2B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Aptos" panose="020F0302020204030204" pitchFamily="34" charset="0"/>
              <a:ea typeface="Aptos" charset="0"/>
              <a:cs typeface="Aptos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074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lang="en-US" sz="2000" b="1" i="0" kern="1200" dirty="0">
                <a:solidFill>
                  <a:schemeClr val="accent2"/>
                </a:solidFill>
                <a:latin typeface="Aptos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9194EC-ABE8-93BF-7A02-85F1ED6D73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t="1325" r="342" b="8966"/>
          <a:stretch>
            <a:fillRect/>
          </a:stretch>
        </p:blipFill>
        <p:spPr>
          <a:xfrm>
            <a:off x="629727" y="638354"/>
            <a:ext cx="10941171" cy="5564577"/>
          </a:xfrm>
          <a:prstGeom prst="rect">
            <a:avLst/>
          </a:prstGeom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7C6CED2-55A2-F179-4321-9EC646B48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4E2BBBC-80DF-5104-E076-20FB99B46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2E0E19A-C3CC-AE13-1EF9-7E889ADFCB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D4D7A-E1F5-9D4D-D7A8-763291C906C5}"/>
              </a:ext>
            </a:extLst>
          </p:cNvPr>
          <p:cNvSpPr txBox="1"/>
          <p:nvPr userDrawn="1"/>
        </p:nvSpPr>
        <p:spPr>
          <a:xfrm>
            <a:off x="1066800" y="9855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>
              <a:ea typeface="Aptos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0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67323A-6698-B4F8-D2C4-A0336BD7A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4BE38F8-DEB6-5998-7EB6-840C179B2E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744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1F547D-7378-E8AC-FDF8-369B92791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BE70E68-FEAC-ABA3-6547-64F0048E25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D31E73-37D8-3F34-976E-F45C7FEB48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7063" y="1211252"/>
            <a:ext cx="10929937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22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6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9B3237-B76F-BB3E-9A11-32C825BC42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5" t="11881" r="6139" b="4344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CEB5F-9B2D-ED89-1DC2-DCF54BDC2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53"/>
          <a:stretch>
            <a:fillRect/>
          </a:stretch>
        </p:blipFill>
        <p:spPr>
          <a:xfrm>
            <a:off x="0" y="0"/>
            <a:ext cx="6101751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42827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209EB-D467-51AD-6222-93834EA8B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E75B6454-79A2-2746-023E-0F34DF1534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bg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294A11-D525-F9FD-CBCE-E94EB50BD9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722843"/>
            <a:ext cx="372586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Title with Big and Little Type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rgbClr val="FBFAFA"/>
              </a:solidFill>
              <a:latin typeface="Aptos" panose="020F0302020204030204" pitchFamily="34" charset="0"/>
              <a:ea typeface="Aptos" charset="0"/>
              <a:cs typeface="Aptos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63655-ECC2-257F-AD6E-E4540DE158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C0358C-9119-8176-0FAF-2D0F448E696A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8E6BB-7FFB-90B2-6C94-3C04A7140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D4FCF7-37B3-4B6E-CA97-E77D60596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05165-68F7-9306-9E47-08C7A533D2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063" y="722843"/>
            <a:ext cx="363251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/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</a:pPr>
            <a:r>
              <a:rPr lang="en-US">
                <a:effectLst/>
              </a:rPr>
              <a:t>Title Goes Here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D5A6C40-BA77-05F7-4448-95E3A5B805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1" i="0" kern="1200" cap="all" spc="300" baseline="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>
            <a:lum/>
          </a:blip>
          <a:srcRect/>
          <a:stretch>
            <a:fillRect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E39F61E-D923-B77D-7362-8E3C389627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49" y="1762728"/>
            <a:ext cx="10434623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Aptos" panose="020F0502020204030204" pitchFamily="34" charset="0"/>
                <a:ea typeface="Aptos" panose="020F03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C0EDD-AC36-F914-366E-69D6F90EE13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3E1B07-F9BB-2FA8-4DF6-A285A2B35D36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7FCFF33-D049-FF15-5CC0-4097F2EF3B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bg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>
            <a:lum/>
          </a:blip>
          <a:srcRect/>
          <a:stretch>
            <a:fillRect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24673-46D9-F66F-D8AA-1868CFC21AC5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60B1A1-7081-6436-518E-306A74CAA7C5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833662F-D4EC-7E5B-F24F-AC7D0C84BF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bg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FDC955-6C74-6143-2C3E-ECCD0FA651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chemeClr val="accent4"/>
                    </a:gs>
                    <a:gs pos="69000">
                      <a:schemeClr val="accent5"/>
                    </a:gs>
                    <a:gs pos="99000">
                      <a:schemeClr val="accent3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E8781-CC1D-4C98-DC9D-E92211A0FF4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B90660-EDDB-AFF8-F760-00811B862BF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6D463D-6B94-0B73-6941-3200405EB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FB280B8-B919-4994-C32C-9E2358C40D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ur_People_1_Person_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10FC20-5BFA-6E31-D47A-5BF98A927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5" r="43708"/>
          <a:stretch>
            <a:fillRect/>
          </a:stretch>
        </p:blipFill>
        <p:spPr>
          <a:xfrm>
            <a:off x="0" y="0"/>
            <a:ext cx="6922008" cy="685800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E8781-CC1D-4C98-DC9D-E92211A0FF4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EB90660-EDDB-AFF8-F760-00811B862BF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9EF1C52-1E80-1384-5176-8A7D108D5F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7607" y="2935981"/>
            <a:ext cx="4762060" cy="556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200" b="1" i="0" spc="300">
                <a:solidFill>
                  <a:schemeClr val="bg1"/>
                </a:solidFill>
                <a:latin typeface="Aptos" panose="020B000402020202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10ED326-F5B9-3633-86EA-EC278F2FFF4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7607" y="3606541"/>
            <a:ext cx="4648200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2100" b="0" i="0">
                <a:solidFill>
                  <a:schemeClr val="bg1"/>
                </a:solidFill>
                <a:latin typeface="Aptos" panose="020B000402020202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3A2C3B-C97E-572A-B110-4A1C6BA648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54"/>
          <a:stretch>
            <a:fillRect/>
          </a:stretch>
        </p:blipFill>
        <p:spPr>
          <a:xfrm>
            <a:off x="536523" y="404447"/>
            <a:ext cx="2386385" cy="609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141E74-E6C0-5B36-99E5-57B9CF97686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169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>
            <a:lum/>
          </a:blip>
          <a:srcRect/>
          <a:stretch>
            <a:fillRect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1168C-27E6-70A9-36C3-AE546E841C2A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D8F7163-12E6-F27D-EEBA-98BF26708D37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911C9-E202-D529-20E5-025563875E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074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074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9074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3E0F55-2297-4649-F757-CAFDD1ABDBB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5D602B7-0154-AEB7-239F-256AAF330C1E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0D3FD-5BB0-B0D6-A198-2CC86E6DA9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>
            <a:lum/>
          </a:blip>
          <a:srcRect/>
          <a:stretch>
            <a:fillRect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64F61-C0FA-0C91-5963-6E2A72BAE0EC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3B925E-92C3-987F-0FC0-AE8EC43ABC33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E413724-DF6D-A95C-8C60-B1166F8320F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bg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A5779-0578-71AE-7F59-E65CD151F5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People_3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1"/>
                  <a:tileRect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ptos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87CB6C0-A169-C8C1-E769-E9DEDFE85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gradFill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  <a:gs pos="71000">
                      <a:schemeClr val="accent2"/>
                    </a:gs>
                  </a:gsLst>
                  <a:lin ang="3600000" scaled="0"/>
                </a:gra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Aptos" panose="020F0502020204030204" pitchFamily="34" charset="0"/>
                <a:ea typeface="Aptos" panose="020F03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>
                <a:solidFill>
                  <a:schemeClr val="accent3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4CE3CF-1C4D-3D01-143D-CF6CDCBD2F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>
            <a:lum/>
          </a:blip>
          <a:srcRect/>
          <a:stretch>
            <a:fillRect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7063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Aptos" panose="020F0502020204030204" pitchFamily="34" charset="0"/>
                <a:ea typeface="Aptos" panose="020F03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EFE8D-5911-2CF9-B876-42825B8CB9A0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61EEB86-2BDF-0331-DAC7-4CB25CC0C311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78226D6-C70F-7F41-A49D-D155A4650A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bg1"/>
                </a:solidFill>
                <a:latin typeface="Aptos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B6A88-ADB4-6AC8-9EC8-B4511BD7E5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Light-G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175C76-1AF3-1FC2-AED0-8D15C0D10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1824" y="2483117"/>
            <a:ext cx="6827952" cy="4374883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074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9074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chemeClr val="accent2"/>
                </a:solidFill>
                <a:latin typeface="Aptos" panose="020F0502020204030204" pitchFamily="34" charset="0"/>
                <a:cs typeface="Aptos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074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074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tx1"/>
                </a:solidFill>
                <a:latin typeface="Aptos" panose="020F0302020204030204" pitchFamily="34" charset="0"/>
                <a:cs typeface="Aptos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BA10-B1F8-6997-AD70-9626FD7974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46663" cy="2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8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>
              <a:ea typeface="Aptos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B80E9-585F-C9B1-8576-376264F29854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024EE-FD6A-B6AB-A3B4-33DB1D9D4C9F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05241D2-DD60-6811-5E6D-C8C5BC3FBCBF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ptos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FAF5EB5-8EED-D1BB-C0DC-9C6119D2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80646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70F6-1A75-436F-5B3A-ECBBB528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9" y="1726856"/>
            <a:ext cx="10929937" cy="44834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896" r:id="rId2"/>
    <p:sldLayoutId id="2147483810" r:id="rId3"/>
    <p:sldLayoutId id="2147483898" r:id="rId4"/>
    <p:sldLayoutId id="2147483899" r:id="rId5"/>
    <p:sldLayoutId id="2147483892" r:id="rId6"/>
    <p:sldLayoutId id="2147483884" r:id="rId7"/>
    <p:sldLayoutId id="2147483889" r:id="rId8"/>
    <p:sldLayoutId id="2147483890" r:id="rId9"/>
    <p:sldLayoutId id="2147483900" r:id="rId10"/>
    <p:sldLayoutId id="2147483806" r:id="rId11"/>
    <p:sldLayoutId id="2147483812" r:id="rId12"/>
    <p:sldLayoutId id="2147483838" r:id="rId13"/>
    <p:sldLayoutId id="2147483813" r:id="rId14"/>
    <p:sldLayoutId id="2147483877" r:id="rId15"/>
    <p:sldLayoutId id="2147483878" r:id="rId16"/>
    <p:sldLayoutId id="2147483903" r:id="rId17"/>
    <p:sldLayoutId id="2147483879" r:id="rId18"/>
    <p:sldLayoutId id="2147483880" r:id="rId19"/>
    <p:sldLayoutId id="2147483881" r:id="rId20"/>
    <p:sldLayoutId id="2147483882" r:id="rId21"/>
    <p:sldLayoutId id="2147483850" r:id="rId22"/>
    <p:sldLayoutId id="2147483834" r:id="rId23"/>
    <p:sldLayoutId id="2147483894" r:id="rId2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tx1"/>
          </a:solidFill>
          <a:effectLst/>
          <a:latin typeface="+mj-lt"/>
          <a:ea typeface="Aptos" panose="020F0502020204030204" pitchFamily="34" charset="0"/>
          <a:cs typeface="Aptos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ptos" panose="020B0604020202020204" pitchFamily="34" charset="0"/>
        <a:buNone/>
        <a:defRPr lang="en-US" sz="1400" b="0" i="0" kern="1200" dirty="0">
          <a:solidFill>
            <a:schemeClr val="accent1"/>
          </a:solidFill>
          <a:latin typeface="+mn-lt"/>
          <a:ea typeface="Aptos" panose="020F0502020204030204" pitchFamily="34" charset="0"/>
          <a:cs typeface="Aptos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Font typeface="Aptos" panose="020B0604020202020204" pitchFamily="34" charset="0"/>
        <a:buChar char="•"/>
        <a:defRPr lang="en-US" sz="1400" b="0" i="0" kern="1200" dirty="0" smtClean="0">
          <a:solidFill>
            <a:schemeClr val="tx1"/>
          </a:solidFill>
          <a:latin typeface="+mn-lt"/>
          <a:ea typeface="Aptos" charset="0"/>
          <a:cs typeface="Aptos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ptos" panose="02070309020205020404" pitchFamily="49" charset="0"/>
        <a:buChar char="o"/>
        <a:defRPr lang="en-US" sz="1200" b="0" i="0" kern="1200" dirty="0" smtClean="0">
          <a:solidFill>
            <a:schemeClr val="tx1"/>
          </a:solidFill>
          <a:latin typeface="+mn-lt"/>
          <a:ea typeface="Aptos" charset="0"/>
          <a:cs typeface="Aptos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ptos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Aptos" panose="020F0502020204030204" pitchFamily="34" charset="0"/>
          <a:cs typeface="Aptos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ptos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Aptos" panose="020F0502020204030204" pitchFamily="34" charset="0"/>
          <a:cs typeface="Aptos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85513E-8E74-532A-0D09-730658703B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7131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464176-1225-E64C-A6AF-E2C645306A36}"/>
              </a:ext>
            </a:extLst>
          </p:cNvPr>
          <p:cNvSpPr txBox="1">
            <a:spLocks/>
          </p:cNvSpPr>
          <p:nvPr/>
        </p:nvSpPr>
        <p:spPr>
          <a:xfrm>
            <a:off x="5954675" y="1247979"/>
            <a:ext cx="5295900" cy="30777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ptos" panose="020F0302020204030204" pitchFamily="34" charset="0"/>
              <a:ea typeface="Aptos" panose="020F0302020204030204" pitchFamily="34" charset="0"/>
              <a:cs typeface="Aptos" panose="020F0302020204030204" pitchFamily="34" charset="0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F045A59-3E81-2CE3-AB7B-95AD379E1015}"/>
              </a:ext>
            </a:extLst>
          </p:cNvPr>
          <p:cNvSpPr txBox="1">
            <a:spLocks/>
          </p:cNvSpPr>
          <p:nvPr/>
        </p:nvSpPr>
        <p:spPr>
          <a:xfrm>
            <a:off x="5954675" y="1941525"/>
            <a:ext cx="5295900" cy="3077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ptos" panose="020F0302020204030204" pitchFamily="34" charset="0"/>
              <a:ea typeface="Aptos" panose="020F0302020204030204" pitchFamily="34" charset="0"/>
              <a:cs typeface="Aptos" panose="020F030202020403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11883A-CBDE-447F-6293-2840AE08C723}"/>
              </a:ext>
            </a:extLst>
          </p:cNvPr>
          <p:cNvSpPr txBox="1">
            <a:spLocks/>
          </p:cNvSpPr>
          <p:nvPr/>
        </p:nvSpPr>
        <p:spPr>
          <a:xfrm>
            <a:off x="5954675" y="2635071"/>
            <a:ext cx="5295900" cy="3077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ptos" panose="020F0302020204030204" pitchFamily="34" charset="0"/>
              <a:ea typeface="Aptos" panose="020F0302020204030204" pitchFamily="34" charset="0"/>
              <a:cs typeface="Aptos" panose="020F0302020204030204" pitchFamily="34" charset="0"/>
            </a:endParaRP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96A5C0B-912A-2755-E767-F03F521A5553}"/>
              </a:ext>
            </a:extLst>
          </p:cNvPr>
          <p:cNvSpPr txBox="1">
            <a:spLocks/>
          </p:cNvSpPr>
          <p:nvPr/>
        </p:nvSpPr>
        <p:spPr>
          <a:xfrm>
            <a:off x="5954675" y="3328617"/>
            <a:ext cx="5295900" cy="3077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ptos" panose="020F0302020204030204" pitchFamily="34" charset="0"/>
              <a:ea typeface="Aptos" panose="020F0302020204030204" pitchFamily="34" charset="0"/>
              <a:cs typeface="Aptos" panose="020F0302020204030204" pitchFamily="34" charset="0"/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169BEF5-6677-F7B3-FBAE-EFED216ECCF8}"/>
              </a:ext>
            </a:extLst>
          </p:cNvPr>
          <p:cNvSpPr txBox="1">
            <a:spLocks/>
          </p:cNvSpPr>
          <p:nvPr/>
        </p:nvSpPr>
        <p:spPr>
          <a:xfrm>
            <a:off x="5954675" y="4022163"/>
            <a:ext cx="5295900" cy="3077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ptos" panose="020F0302020204030204" pitchFamily="34" charset="0"/>
              <a:ea typeface="Aptos" panose="020F0302020204030204" pitchFamily="34" charset="0"/>
              <a:cs typeface="Aptos" panose="020F03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1239A0-1141-EE5F-C052-F8E32201BAA4}"/>
              </a:ext>
            </a:extLst>
          </p:cNvPr>
          <p:cNvCxnSpPr>
            <a:cxnSpLocks/>
          </p:cNvCxnSpPr>
          <p:nvPr/>
        </p:nvCxnSpPr>
        <p:spPr>
          <a:xfrm>
            <a:off x="5152036" y="1745611"/>
            <a:ext cx="703991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ADDB89-A693-AF64-9D86-C7202892535F}"/>
              </a:ext>
            </a:extLst>
          </p:cNvPr>
          <p:cNvCxnSpPr>
            <a:cxnSpLocks/>
          </p:cNvCxnSpPr>
          <p:nvPr/>
        </p:nvCxnSpPr>
        <p:spPr>
          <a:xfrm>
            <a:off x="5152036" y="2446651"/>
            <a:ext cx="703991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1F483A-054A-8DE0-BD3F-B0C7D0F0C7EA}"/>
              </a:ext>
            </a:extLst>
          </p:cNvPr>
          <p:cNvCxnSpPr>
            <a:cxnSpLocks/>
          </p:cNvCxnSpPr>
          <p:nvPr/>
        </p:nvCxnSpPr>
        <p:spPr>
          <a:xfrm>
            <a:off x="5152036" y="3132451"/>
            <a:ext cx="703991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5AB640-3CEB-B31A-79BF-84772C41287C}"/>
              </a:ext>
            </a:extLst>
          </p:cNvPr>
          <p:cNvCxnSpPr>
            <a:cxnSpLocks/>
          </p:cNvCxnSpPr>
          <p:nvPr/>
        </p:nvCxnSpPr>
        <p:spPr>
          <a:xfrm>
            <a:off x="5152036" y="3833491"/>
            <a:ext cx="70399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92D9B5-739B-2219-A474-F65CC861EC9B}"/>
              </a:ext>
            </a:extLst>
          </p:cNvPr>
          <p:cNvCxnSpPr>
            <a:cxnSpLocks/>
          </p:cNvCxnSpPr>
          <p:nvPr/>
        </p:nvCxnSpPr>
        <p:spPr>
          <a:xfrm>
            <a:off x="5193977" y="4518327"/>
            <a:ext cx="70399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C282F3BD-3B74-794A-A785-9D865C410230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The Team: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B7B17BA-F7AF-4D43-6E09-814B4AAF8153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95803C4-DF09-4D44-B7E4-D8FE8BC255D9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  <a:ea typeface="Calibri Light"/>
                <a:cs typeface="Calibri Light"/>
              </a:rPr>
              <a:t>=</a:t>
            </a:r>
          </a:p>
        </p:txBody>
      </p:sp>
      <p:sp>
        <p:nvSpPr>
          <p:cNvPr id="36" name="Прямоугольник 11">
            <a:extLst>
              <a:ext uri="{FF2B5EF4-FFF2-40B4-BE49-F238E27FC236}">
                <a16:creationId xmlns:a16="http://schemas.microsoft.com/office/drawing/2014/main" id="{5C2C0BEF-6345-8D10-0BA4-8DCA0D7E14FA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65ED978-7121-6D13-99F9-13E5BC3A3F93}"/>
              </a:ext>
            </a:extLst>
          </p:cNvPr>
          <p:cNvSpPr txBox="1">
            <a:spLocks/>
          </p:cNvSpPr>
          <p:nvPr/>
        </p:nvSpPr>
        <p:spPr>
          <a:xfrm>
            <a:off x="5152036" y="688481"/>
            <a:ext cx="488055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T</a:t>
            </a:r>
            <a:r>
              <a:rPr lang="es-CO" sz="3200" dirty="0" err="1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eam</a:t>
            </a: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 </a:t>
            </a:r>
            <a:r>
              <a:rPr lang="es-CO" sz="3200" dirty="0" err="1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members</a:t>
            </a: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724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97016-60AE-DDF8-472D-D4778173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DBCFFB6-1746-0505-0279-6433075C496C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The </a:t>
            </a:r>
            <a:r>
              <a:rPr lang="es-CO" sz="3200" dirty="0" err="1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Problem</a:t>
            </a: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: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267C4AF-2BE0-0A97-B851-0A2358834C59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6D6C53-4A92-64A0-B488-865736D6EEC6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What’s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the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problem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that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needs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solving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,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or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the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opportunity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to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 be </a:t>
            </a:r>
            <a:r>
              <a:rPr lang="es-CO" sz="2000" dirty="0" err="1">
                <a:solidFill>
                  <a:schemeClr val="accent1">
                    <a:lumMod val="50000"/>
                    <a:lumOff val="50000"/>
                  </a:schemeClr>
                </a:solidFill>
              </a:rPr>
              <a:t>seized</a:t>
            </a:r>
            <a:r>
              <a:rPr lang="es-CO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?</a:t>
            </a:r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2D80AE-191A-D8C8-8B1C-E96A4B84DC2C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  <a:ea typeface="Calibri Light"/>
                <a:cs typeface="Calibri Light"/>
              </a:rPr>
              <a:t>=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0935C7F-665F-357D-A574-730F8EC0FA30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9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07B1BB-4EDF-639F-92BF-BD2B5BDE3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ACF5C53-9AE0-0847-1593-BB90CF9849FB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The </a:t>
            </a:r>
            <a:r>
              <a:rPr lang="es-CO" sz="3200" dirty="0" err="1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Solution</a:t>
            </a:r>
            <a:endParaRPr lang="es-CO" sz="32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0" scaled="0"/>
              </a:gradFill>
              <a:latin typeface="Aptos" panose="020F050202020403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D3C7F5-58EA-B99A-C991-F310A76CBDB8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655D5CB-39BA-0722-D381-1EF7BFD842E1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What’s your idea?  How does it help? Who does it help?</a:t>
            </a:r>
          </a:p>
          <a:p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4A9A3-41D0-6D00-C1CC-241C016F032C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E72A039-4243-4217-3600-46C5978F7655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01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79417-10E3-FB4B-89DB-A94F540B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FEDD919-7A64-6B94-821E-11E1782D7235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s-CO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The </a:t>
            </a:r>
            <a:r>
              <a:rPr lang="es-CO" sz="3200" dirty="0" err="1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Architecture</a:t>
            </a:r>
            <a:endParaRPr lang="es-CO" sz="32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0" scaled="0"/>
              </a:gradFill>
              <a:latin typeface="Aptos" panose="020F050202020403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E3F25A7-580D-FFCA-1AAF-90F8CEDB2ABC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26C1248-EC57-6983-DDFB-AAC641435499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What’s the stack? How does it work?</a:t>
            </a: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510649-B138-71A6-886D-C8267FDA5E25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4E3A7C-FE1D-68B3-813C-C6F5EC6422EB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73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1350F-1B25-0537-48E7-12A8F179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CC69DCC-D71C-108F-0D27-18F26B617AE8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Next Steps</a:t>
            </a:r>
            <a:endParaRPr lang="es-CO" sz="32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0" scaled="0"/>
              </a:gradFill>
              <a:latin typeface="Aptos" panose="020F050202020403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8889FAA-7AB7-50D4-13D0-452E8A2D13CF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554B36C-CDC6-F9A4-7813-AC564DDAA74B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What features would you build next? What needs to happen to make it enterprise ready?</a:t>
            </a: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A050EC8-67AB-AEE0-95A9-F2F3D6FB3603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A74B03C-B123-F4F2-F1A4-FFE4C70E2AD8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1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BBA58-AAF4-A38B-F5FD-32DF27E6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E633618-2861-1692-8FB3-BC4DBC55D9B6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Lessons Learned</a:t>
            </a:r>
            <a:endParaRPr lang="es-CO" sz="32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0" scaled="0"/>
              </a:gradFill>
              <a:latin typeface="Aptos" panose="020F050202020403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994BD6A-BC9C-CC7E-85AA-D3F6C66EBBD1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A7C0D08-3004-2F0A-E0AD-517009599567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Anything about the experience you want to share?</a:t>
            </a: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BD3D8C9-1651-F8FE-A9BA-9EB70AB1BC41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14B8736-48A4-6FEA-E03F-AAAA99E7A6B9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98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02F46-FDB9-395C-D120-DBB988A0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238EAED-0CFA-60E1-393E-8C7B5B4B9927}"/>
              </a:ext>
            </a:extLst>
          </p:cNvPr>
          <p:cNvSpPr txBox="1">
            <a:spLocks/>
          </p:cNvSpPr>
          <p:nvPr/>
        </p:nvSpPr>
        <p:spPr>
          <a:xfrm>
            <a:off x="627063" y="653256"/>
            <a:ext cx="10929937" cy="476154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tx1"/>
                </a:solidFill>
                <a:effectLst/>
                <a:latin typeface="+mj-lt"/>
                <a:ea typeface="Aptos" panose="020F0502020204030204" pitchFamily="34" charset="0"/>
                <a:cs typeface="Aptos" panose="020F0502020204030204" pitchFamily="34" charset="0"/>
              </a:defRPr>
            </a:lvl1pPr>
          </a:lstStyle>
          <a:p>
            <a:pPr>
              <a:lnSpc>
                <a:spcPts val="46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0" scaled="0"/>
                </a:gradFill>
                <a:latin typeface="Aptos" panose="020F0502020204030204" pitchFamily="34" charset="0"/>
              </a:rPr>
              <a:t>Visuals</a:t>
            </a:r>
            <a:endParaRPr lang="es-CO" sz="32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0" scaled="0"/>
              </a:gradFill>
              <a:latin typeface="Aptos" panose="020F050202020403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C4FB662-AAF0-30EF-09C1-D9C9E4954BF5}"/>
              </a:ext>
            </a:extLst>
          </p:cNvPr>
          <p:cNvSpPr txBox="1">
            <a:spLocks/>
          </p:cNvSpPr>
          <p:nvPr/>
        </p:nvSpPr>
        <p:spPr>
          <a:xfrm>
            <a:off x="627063" y="419100"/>
            <a:ext cx="3632517" cy="225706"/>
          </a:xfrm>
          <a:prstGeom prst="rect">
            <a:avLst/>
          </a:prstGeom>
        </p:spPr>
        <p:txBody>
          <a:bodyPr vert="horz" lIns="0" tIns="0" rIns="0" bIns="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spc="300" dirty="0">
                <a:latin typeface="Aptos"/>
                <a:ea typeface="Aptos"/>
                <a:cs typeface="Aptos"/>
              </a:rPr>
              <a:t>GEMINI ENTERPRISE GLOBAL HACKATHON</a:t>
            </a:r>
          </a:p>
          <a:p>
            <a:endParaRPr lang="es-CO" dirty="0"/>
          </a:p>
          <a:p>
            <a:endParaRPr lang="es-CO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7452027-56EF-6729-1168-DB9197B94046}"/>
              </a:ext>
            </a:extLst>
          </p:cNvPr>
          <p:cNvSpPr txBox="1">
            <a:spLocks/>
          </p:cNvSpPr>
          <p:nvPr/>
        </p:nvSpPr>
        <p:spPr>
          <a:xfrm>
            <a:off x="635690" y="1189274"/>
            <a:ext cx="10954989" cy="26859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Aptos" panose="020F0502020204030204" pitchFamily="34" charset="0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accent1">
                    <a:lumMod val="50000"/>
                    <a:lumOff val="50000"/>
                  </a:schemeClr>
                </a:solidFill>
              </a:rPr>
              <a:t>Consider including screenshots, short animations / videos of the solution</a:t>
            </a: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sz="2000" b="1" dirty="0">
              <a:solidFill>
                <a:schemeClr val="accent1">
                  <a:lumMod val="50000"/>
                  <a:lumOff val="50000"/>
                </a:schemeClr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AB37114-7C31-BF52-F946-2DA65A8B8F5A}"/>
              </a:ext>
            </a:extLst>
          </p:cNvPr>
          <p:cNvSpPr txBox="1">
            <a:spLocks/>
          </p:cNvSpPr>
          <p:nvPr/>
        </p:nvSpPr>
        <p:spPr>
          <a:xfrm>
            <a:off x="572623" y="2019987"/>
            <a:ext cx="4973412" cy="152214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None/>
              <a:defRPr lang="en-US" sz="1400" b="0" i="0" kern="1200" dirty="0">
                <a:solidFill>
                  <a:schemeClr val="accent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ptos" panose="020B0604020202020204" pitchFamily="34" charset="0"/>
              <a:buChar char="•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70309020205020404" pitchFamily="49" charset="0"/>
              <a:buChar char="o"/>
              <a:defRPr lang="en-US" sz="1200" b="0" i="0" kern="1200" dirty="0" smtClean="0">
                <a:solidFill>
                  <a:schemeClr val="tx1"/>
                </a:solidFill>
                <a:latin typeface="+mn-lt"/>
                <a:ea typeface="Aptos" charset="0"/>
                <a:cs typeface="Aptos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ptos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Aptos" panose="020F0502020204030204" pitchFamily="34" charset="0"/>
                <a:cs typeface="Aptos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pto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+mj-lt"/>
              <a:ea typeface="Calibri Light"/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6DE117E-1344-A43E-DA8B-DD135040E3CB}"/>
              </a:ext>
            </a:extLst>
          </p:cNvPr>
          <p:cNvSpPr/>
          <p:nvPr/>
        </p:nvSpPr>
        <p:spPr bwMode="auto">
          <a:xfrm>
            <a:off x="10123274" y="6431691"/>
            <a:ext cx="1485898" cy="188441"/>
          </a:xfrm>
          <a:prstGeom prst="rect">
            <a:avLst/>
          </a:prstGeom>
          <a:solidFill>
            <a:srgbClr val="EEF0FD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ru-R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693516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Light 2023.1">
  <a:themeElements>
    <a:clrScheme name="EPAM Light Palette 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47FF"/>
      </a:accent2>
      <a:accent3>
        <a:srgbClr val="0078C2"/>
      </a:accent3>
      <a:accent4>
        <a:srgbClr val="8353D2"/>
      </a:accent4>
      <a:accent5>
        <a:srgbClr val="0134BB"/>
      </a:accent5>
      <a:accent6>
        <a:srgbClr val="107E8D"/>
      </a:accent6>
      <a:hlink>
        <a:srgbClr val="060606"/>
      </a:hlink>
      <a:folHlink>
        <a:srgbClr val="000000"/>
      </a:folHlink>
    </a:clrScheme>
    <a:fontScheme name="Aptos hackathon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ID_DeliverablesAcceptance.potx" id="{516BA995-CA15-47AE-A1FB-85B1C9801A16}" vid="{E9E0C47F-8A90-4CCC-8A95-5096C38DDF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6C7EF1909CED4DB2596C8B0B1585A2" ma:contentTypeVersion="11" ma:contentTypeDescription="Create a new document." ma:contentTypeScope="" ma:versionID="5ebce89d597887debf5b585325d25f0c">
  <xsd:schema xmlns:xsd="http://www.w3.org/2001/XMLSchema" xmlns:xs="http://www.w3.org/2001/XMLSchema" xmlns:p="http://schemas.microsoft.com/office/2006/metadata/properties" xmlns:ns2="51f0a072-812d-4ea0-b0a1-b2f99e65177e" xmlns:ns3="0593d759-c23d-4569-966f-afcb3ee4643c" targetNamespace="http://schemas.microsoft.com/office/2006/metadata/properties" ma:root="true" ma:fieldsID="d305c6299e72bd05ca19b15d31f9bcbf" ns2:_="" ns3:_="">
    <xsd:import namespace="51f0a072-812d-4ea0-b0a1-b2f99e65177e"/>
    <xsd:import namespace="0593d759-c23d-4569-966f-afcb3ee464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f0a072-812d-4ea0-b0a1-b2f99e6517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93d759-c23d-4569-966f-afcb3ee4643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9c5c7b-3b95-4887-9124-1474207cfb62}" ma:internalName="TaxCatchAll" ma:showField="CatchAllData" ma:web="0593d759-c23d-4569-966f-afcb3ee464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f0a072-812d-4ea0-b0a1-b2f99e65177e">
      <Terms xmlns="http://schemas.microsoft.com/office/infopath/2007/PartnerControls"/>
    </lcf76f155ced4ddcb4097134ff3c332f>
    <TaxCatchAll xmlns="0593d759-c23d-4569-966f-afcb3ee464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7CC6DB-CB97-40DD-B3A5-F257E54EEA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f0a072-812d-4ea0-b0a1-b2f99e65177e"/>
    <ds:schemaRef ds:uri="0593d759-c23d-4569-966f-afcb3ee464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7DB376-2DEA-4BFF-9682-975215545CFE}">
  <ds:schemaRefs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40bfde39-ccb8-40ca-b407-7f534573b1d8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b5792162-2fda-4cc3-96ef-68ceb6acde28"/>
    <ds:schemaRef ds:uri="http://schemas.microsoft.com/office/2006/metadata/properties"/>
    <ds:schemaRef ds:uri="51f0a072-812d-4ea0-b0a1-b2f99e65177e"/>
    <ds:schemaRef ds:uri="0593d759-c23d-4569-966f-afcb3ee4643c"/>
  </ds:schemaRefs>
</ds:datastoreItem>
</file>

<file path=customXml/itemProps3.xml><?xml version="1.0" encoding="utf-8"?>
<ds:datastoreItem xmlns:ds="http://schemas.openxmlformats.org/officeDocument/2006/customXml" ds:itemID="{3B9A66CA-BB35-4AA4-B781-9BC18651DB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PID_DeliverablesAcceptance</Template>
  <TotalTime>26</TotalTime>
  <Words>129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EPAM Master Light 2023.1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Template</dc:subject>
  <dc:creator>Ruth Martinez</dc:creator>
  <cp:lastModifiedBy>Valeriia Achkasova</cp:lastModifiedBy>
  <cp:revision>29</cp:revision>
  <dcterms:created xsi:type="dcterms:W3CDTF">2026-08-10T17:08:52Z</dcterms:created>
  <dcterms:modified xsi:type="dcterms:W3CDTF">2026-08-29T07:53:10Z</dcterms:modified>
  <cp:category>Quality Management System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0x010100946C7EF1909CED4DB2596C8B0B1585A2</vt:lpwstr>
  </property>
  <property fmtid="{D5CDD505-2E9C-101B-9397-08002B2CF9AE}" pid="3" name="MediaServiceImageTags">
    <vt:lpwstr/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2023-07-03T11:38:52Z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61ce809f-e72e-4973-9ce3-28c9bd9f86d0</vt:lpwstr>
  </property>
  <property fmtid="{D5CDD505-2E9C-101B-9397-08002B2CF9AE}" pid="10" name="MSIP_Label_2a535040-0af2-483f-adc3-a132c21e3e2b_ContentBits">
    <vt:lpwstr>0</vt:lpwstr>
  </property>
  <property fmtid="{D5CDD505-2E9C-101B-9397-08002B2CF9AE}" pid="11" name="_dlc_DocIdItemGuid">
    <vt:lpwstr>c5b0f2f5-bcbf-466c-a9bf-09091ec09336</vt:lpwstr>
  </property>
  <property fmtid="{D5CDD505-2E9C-101B-9397-08002B2CF9AE}" pid="12" name="Company">
    <vt:lpwstr>EPAM</vt:lpwstr>
  </property>
  <property fmtid="{D5CDD505-2E9C-101B-9397-08002B2CF9AE}" pid="13" name="publishedVersion">
    <vt:lpwstr>4.0</vt:lpwstr>
  </property>
  <property fmtid="{D5CDD505-2E9C-101B-9397-08002B2CF9AE}" pid="14" name="RequiredReviewDate">
    <vt:filetime>2029-02-05T21:00:00Z</vt:filetime>
  </property>
  <property fmtid="{D5CDD505-2E9C-101B-9397-08002B2CF9AE}" pid="15" name="EPAMDocumentID">
    <vt:lpwstr>EPAM_Template-1380</vt:lpwstr>
  </property>
  <property fmtid="{D5CDD505-2E9C-101B-9397-08002B2CF9AE}" pid="16" name="Review Period">
    <vt:r8>5</vt:r8>
  </property>
  <property fmtid="{D5CDD505-2E9C-101B-9397-08002B2CF9AE}" pid="17" name="OriginalId">
    <vt:r8>356</vt:r8>
  </property>
</Properties>
</file>